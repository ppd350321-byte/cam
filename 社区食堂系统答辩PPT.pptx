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社区食堂营运及购销链条管理系统设计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毕业设计答辩</a:t>
            </a:r>
          </a:p>
          <a:p>
            <a:r>
              <a:t>姓名：郭贵泽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社区食堂运营流程复杂，信息分散</a:t>
            </a:r>
          </a:p>
          <a:p>
            <a:r>
              <a:t>• 采购、库存、销售链条缺乏统一管理</a:t>
            </a:r>
          </a:p>
          <a:p>
            <a:r>
              <a:t>• 目标：实现业务流程数字化、可追踪、可分析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系统总体方案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前端：管理端可视化操作</a:t>
            </a:r>
          </a:p>
          <a:p>
            <a:r>
              <a:t>• 后端：业务服务与数据接口</a:t>
            </a:r>
          </a:p>
          <a:p>
            <a:r>
              <a:t>• 数据层：采购、库存、销售、用户等核心数据统一管理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核心功能模块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用户与权限管理</a:t>
            </a:r>
          </a:p>
          <a:p>
            <a:r>
              <a:t>• 食材采购与供应商管理</a:t>
            </a:r>
          </a:p>
          <a:p>
            <a:r>
              <a:t>• 库存管理与预警</a:t>
            </a:r>
          </a:p>
          <a:p>
            <a:r>
              <a:t>• 菜品与销售管理</a:t>
            </a:r>
          </a:p>
          <a:p>
            <a:r>
              <a:t>• 统计报表与经营分析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购销链条设计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采购申请 → 审核 → 入库</a:t>
            </a:r>
          </a:p>
          <a:p>
            <a:r>
              <a:t>• 库存扣减与盘点</a:t>
            </a:r>
          </a:p>
          <a:p>
            <a:r>
              <a:t>• 销售出库与订单记录</a:t>
            </a:r>
          </a:p>
          <a:p>
            <a:r>
              <a:t>• 全流程留痕，支持追溯与对账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关键技术与实现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Spring Boot 后端服务</a:t>
            </a:r>
          </a:p>
          <a:p>
            <a:r>
              <a:t>• 管理端 Web 前端</a:t>
            </a:r>
          </a:p>
          <a:p>
            <a:r>
              <a:t>• RESTful API 接口协同</a:t>
            </a:r>
          </a:p>
          <a:p>
            <a:r>
              <a:t>• 数据库持久化与事务保障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测试与结果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功能测试覆盖主要业务场景</a:t>
            </a:r>
          </a:p>
          <a:p>
            <a:r>
              <a:t>• 采购、入库、销售流程运行稳定</a:t>
            </a:r>
          </a:p>
          <a:p>
            <a:r>
              <a:t>• 报表统计结果与业务预期一致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系统提升社区食堂运营效率</a:t>
            </a:r>
          </a:p>
          <a:p>
            <a:r>
              <a:t>• 降低人工统计与管理成本</a:t>
            </a:r>
          </a:p>
          <a:p>
            <a:r>
              <a:t>• 后续可扩展小程序点餐与智能预测能力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